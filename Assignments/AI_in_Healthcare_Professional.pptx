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Advancing Patient Care with Autonomous Diagnostic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Introduction</a:t>
            </a:r>
          </a:p>
          <a:p>
            <a:pPr/>
            <a:r>
              <a:t>AI Technology Overview</a:t>
            </a:r>
          </a:p>
          <a:p>
            <a:pPr/>
            <a:r>
              <a:t>System Architecture</a:t>
            </a:r>
          </a:p>
          <a:p>
            <a:pPr/>
            <a:r>
              <a:t>Impact Metrics</a:t>
            </a:r>
          </a:p>
          <a:p>
            <a:pPr/>
            <a:r>
              <a:t>Workflow</a:t>
            </a:r>
          </a:p>
          <a:p>
            <a:pPr/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Diabetic retinopathy (DR) affects millions worldwide. Early detection is critical to prevent vision loss. Autonomous AI systems enable rapid, point-of-care screening.</a:t>
            </a:r>
          </a:p>
        </p:txBody>
      </p:sp>
      <p:pic>
        <p:nvPicPr>
          <p:cNvPr id="4" name="Picture 3" descr="AI_in_Healthcare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Technology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Deep CNN ensemble for lesion detection (microaneurysms, exudates, hemorrhages).</a:t>
            </a:r>
          </a:p>
          <a:p>
            <a:pPr/>
            <a:r>
              <a:t>Image Quality Module for focus, exposure, and field validation.</a:t>
            </a:r>
          </a:p>
          <a:p>
            <a:pPr/>
            <a:r>
              <a:t>Cloud-based analysis with locked, FDA-authorized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performance indicators demonstrating clinical and operational benefits:</a:t>
            </a:r>
          </a:p>
        </p:txBody>
      </p:sp>
      <p:pic>
        <p:nvPicPr>
          <p:cNvPr id="4" name="Picture 3" descr="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Capture retinal images (macula &amp; disc).</a:t>
            </a:r>
          </a:p>
          <a:p>
            <a:pPr/>
            <a:r>
              <a:t>Secure upload to AI cloud service.</a:t>
            </a:r>
          </a:p>
          <a:p>
            <a:pPr/>
            <a:r>
              <a:t>AI returns result in under 60 seconds.</a:t>
            </a:r>
          </a:p>
          <a:p>
            <a:pPr/>
            <a:r>
              <a:t>Automated EHR referral for detected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Autonomous AI in DR screening delivers high accuracy, expanded access, and operational efficiency. Continued focus on cost reduction, bias mitigation, and ethical governance will drive widespread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