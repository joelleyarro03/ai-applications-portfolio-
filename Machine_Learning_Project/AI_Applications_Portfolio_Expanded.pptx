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Applications Portfolio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By: Williane Yarro</a:t>
            </a:r>
          </a:p>
          <a:p>
            <a:pPr lvl="1"/>
            <a:r>
              <a:t>Houston Community College (HCC)</a:t>
            </a:r>
          </a:p>
          <a:p>
            <a:pPr lvl="1"/>
            <a:r>
              <a:t>Comprehensive showcase of Python, Data Analysis, and Applied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AI Student at Houston Community College</a:t>
            </a:r>
          </a:p>
          <a:p>
            <a:pPr lvl="1"/>
            <a:r>
              <a:t>Focused on Python, AI, and Data Applications</a:t>
            </a:r>
          </a:p>
          <a:p>
            <a:pPr lvl="1"/>
            <a:r>
              <a:t>Building a professional technical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GitHub-based portfolio with all modules</a:t>
            </a:r>
          </a:p>
          <a:p>
            <a:pPr lvl="1"/>
            <a:r>
              <a:t>Professional 5-slide (expanded) presentation</a:t>
            </a:r>
          </a:p>
          <a:p>
            <a:pPr lvl="1"/>
            <a:r>
              <a:t>Notes, resources, and applied AI projects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Module 01 – Introduction to GenAI</a:t>
            </a:r>
          </a:p>
          <a:p>
            <a:pPr lvl="1"/>
            <a:r>
              <a:t>Modules 02–07 – Python Tutorials</a:t>
            </a:r>
          </a:p>
          <a:p>
            <a:pPr lvl="1"/>
            <a:r>
              <a:t>Applied AI Mini-Projects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File I/O (reading/writing files)</a:t>
            </a:r>
          </a:p>
          <a:p>
            <a:pPr lvl="1"/>
            <a:r>
              <a:t>String manipulation &amp; text operations</a:t>
            </a:r>
          </a:p>
          <a:p>
            <a:pPr lvl="1"/>
            <a:r>
              <a:t>Async programming</a:t>
            </a:r>
          </a:p>
          <a:p>
            <a:pPr lvl="1"/>
            <a:r>
              <a:t>HTTP/HTTPS requests</a:t>
            </a:r>
          </a:p>
          <a:p>
            <a:pPr lvl="1"/>
            <a:r>
              <a:t>Basic database interactions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NumPy arrays &amp; math operations</a:t>
            </a:r>
          </a:p>
          <a:p>
            <a:pPr lvl="1"/>
            <a:r>
              <a:t>pandas DataFrames</a:t>
            </a:r>
          </a:p>
          <a:p>
            <a:pPr lvl="1"/>
            <a:r>
              <a:t>Data cleaning &amp; transformations</a:t>
            </a:r>
          </a:p>
          <a:p>
            <a:pPr lvl="1"/>
            <a:r>
              <a:t>Exploratory Data Analysis (EDA)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Concepts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Generative AI (GenAI) fundamentals</a:t>
            </a:r>
          </a:p>
          <a:p>
            <a:pPr lvl="1"/>
            <a:r>
              <a:t>Large Language Models (LLMs)</a:t>
            </a:r>
          </a:p>
          <a:p>
            <a:pPr lvl="1"/>
            <a:r>
              <a:t>Summarization &amp; Sentiment analysis</a:t>
            </a:r>
          </a:p>
          <a:p>
            <a:pPr lvl="1"/>
            <a:r>
              <a:t>Prompt engineering basics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Applied AI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Mini text analysis tasks</a:t>
            </a:r>
          </a:p>
          <a:p>
            <a:pPr lvl="1"/>
            <a:r>
              <a:t>Simple summarization workflows</a:t>
            </a:r>
          </a:p>
          <a:p>
            <a:pPr lvl="1"/>
            <a:r>
              <a:t>Data exploration using Python</a:t>
            </a:r>
          </a:p>
          <a:p>
            <a:pPr lvl="1"/>
            <a:r>
              <a:t>AI-enhanced notebook exercises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Portfolio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Shows hands-on coding ability</a:t>
            </a:r>
          </a:p>
          <a:p>
            <a:pPr lvl="1"/>
            <a:r>
              <a:t>Demonstrates real data skills</a:t>
            </a:r>
          </a:p>
          <a:p>
            <a:pPr lvl="1"/>
            <a:r>
              <a:t>Presents AI understanding</a:t>
            </a:r>
          </a:p>
          <a:p>
            <a:pPr lvl="1"/>
            <a:r>
              <a:t>Organized in a professional format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GitHub: https://github.com/joelleyarro03/AI-Applications-Portfolio-</a:t>
            </a:r>
          </a:p>
          <a:p>
            <a:pPr lvl="1"/>
            <a:r>
              <a:t>Email: (add your email)</a:t>
            </a:r>
          </a:p>
          <a:p>
            <a:pPr lvl="1"/>
            <a:r>
              <a:t>Skills: Python • NumPy • pandas • Generative AI • Data Analysis</a:t>
            </a:r>
          </a:p>
          <a:p>
            <a:pPr lvl="1"/>
            <a:r>
              <a:t>Thank you for viewing my portfolio!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