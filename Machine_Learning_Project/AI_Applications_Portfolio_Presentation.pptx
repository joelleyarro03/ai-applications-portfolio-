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Applications Portfolio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Name: Williane Yarro</a:t>
            </a:r>
          </a:p>
          <a:p>
            <a:pPr lvl="1"/>
            <a:r>
              <a:t>School: Houston Community College (HCC)</a:t>
            </a:r>
          </a:p>
          <a:p>
            <a:pPr lvl="1"/>
            <a:r>
              <a:t>Overview of my work in Python, Data Analysis, and Applied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Python Assignments (FileIO, Strings, Async, HTTP, DB)</a:t>
            </a:r>
          </a:p>
          <a:p>
            <a:pPr lvl="1"/>
            <a:r>
              <a:t>NumPy &amp; pandas Data Analysis Tutorials</a:t>
            </a:r>
          </a:p>
          <a:p>
            <a:pPr lvl="1"/>
            <a:r>
              <a:t>Applied AI Concepts (GenAI, LLM tasks, Summarization, Sentiment Analysis)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Module 01 – Introduction to Generative AI</a:t>
            </a:r>
          </a:p>
          <a:p>
            <a:pPr lvl="1"/>
            <a:r>
              <a:t>Python Tutorials (Modules 02–07)</a:t>
            </a:r>
          </a:p>
          <a:p>
            <a:pPr lvl="1"/>
            <a:r>
              <a:t>Mini AI Projects: Text Summaries, Sentiment Tasks, Data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Real‑World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Using AI to automate tasks</a:t>
            </a:r>
          </a:p>
          <a:p>
            <a:pPr lvl="1"/>
            <a:r>
              <a:t>Applying Python to analyze and clean data</a:t>
            </a:r>
          </a:p>
          <a:p>
            <a:pPr lvl="1"/>
            <a:r>
              <a:t>Building small AI-driven workflows</a:t>
            </a:r>
          </a:p>
          <a:p>
            <a:pPr lvl="1"/>
            <a:r>
              <a:t>Understanding industry use cases of LLMs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&amp;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GitHub: &lt;insert link&gt;</a:t>
            </a:r>
          </a:p>
          <a:p>
            <a:pPr lvl="1"/>
            <a:r>
              <a:t>Email: &lt;insert email&gt;</a:t>
            </a:r>
          </a:p>
          <a:p>
            <a:pPr lvl="1"/>
            <a:r>
              <a:t>Skills: Python • NumPy • pandas • Generative AI • Data Analysis</a:t>
            </a:r>
          </a:p>
          <a:p>
            <a:pPr lvl="1"/>
            <a:r>
              <a:t>Thank you for reviewing my portfolio!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