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7" d="100"/>
          <a:sy n="67" d="100"/>
        </p:scale>
        <p:origin x="1906" y="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6010E-FEAD-45F9-A26C-E71D6A3DAEF7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65F76C-17C8-4BD0-BBFF-4E2999FF2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0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65F76C-17C8-4BD0-BBFF-4E2999FF2A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08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68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76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99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4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1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29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01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66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53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4812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9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10187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71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89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52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4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oelleyarro03/AI-Applications-Portfolio-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Applications Portfolio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55834"/>
            <a:ext cx="6347714" cy="4685529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>
                <a:latin typeface="Calibri"/>
              </a:rPr>
              <a:t>By: Williane Yarro</a:t>
            </a:r>
            <a:endParaRPr lang="en-US" sz="2000" dirty="0">
              <a:latin typeface="Calibri"/>
            </a:endParaRPr>
          </a:p>
          <a:p>
            <a:pPr lvl="1"/>
            <a:r>
              <a:rPr lang="en-US" sz="2000" dirty="0">
                <a:latin typeface="Calibri"/>
              </a:rPr>
              <a:t>Course Name: ITAI-2277 </a:t>
            </a:r>
          </a:p>
          <a:p>
            <a:pPr lvl="1"/>
            <a:r>
              <a:rPr lang="en-US" sz="2000" dirty="0">
                <a:latin typeface="Calibri"/>
              </a:rPr>
              <a:t>Instructor Name: Anna </a:t>
            </a:r>
            <a:r>
              <a:rPr lang="en-US" sz="2000" dirty="0" err="1">
                <a:latin typeface="Calibri"/>
              </a:rPr>
              <a:t>Devarakonda</a:t>
            </a:r>
            <a:endParaRPr sz="2000" dirty="0">
              <a:latin typeface="Calibri"/>
            </a:endParaRPr>
          </a:p>
          <a:p>
            <a:pPr lvl="1"/>
            <a:r>
              <a:rPr sz="2000" dirty="0">
                <a:latin typeface="Calibri"/>
              </a:rPr>
              <a:t>Houston Community College (HCC)</a:t>
            </a:r>
          </a:p>
          <a:p>
            <a:pPr lvl="1"/>
            <a:r>
              <a:rPr sz="2000" dirty="0">
                <a:latin typeface="Calibri"/>
              </a:rPr>
              <a:t>AI Applications • ITAI 2372</a:t>
            </a:r>
          </a:p>
          <a:p>
            <a:pPr lvl="1"/>
            <a:r>
              <a:rPr sz="2000" dirty="0">
                <a:latin typeface="Calibri"/>
              </a:rPr>
              <a:t>Comprehensive Portfolio of Modules, Skills, and ML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76856"/>
            <a:ext cx="6347714" cy="4664508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>
                <a:latin typeface="Calibri"/>
              </a:rPr>
              <a:t>AI student with strong focus on Python, Data Analytics, and Machine Learning</a:t>
            </a:r>
          </a:p>
          <a:p>
            <a:pPr lvl="1"/>
            <a:r>
              <a:rPr sz="2000" dirty="0">
                <a:latin typeface="Calibri"/>
              </a:rPr>
              <a:t>Experienced with </a:t>
            </a:r>
            <a:r>
              <a:rPr sz="2000" dirty="0" err="1">
                <a:latin typeface="Calibri"/>
              </a:rPr>
              <a:t>Jupyter</a:t>
            </a:r>
            <a:r>
              <a:rPr sz="2000" dirty="0">
                <a:latin typeface="Calibri"/>
              </a:rPr>
              <a:t>/</a:t>
            </a:r>
            <a:r>
              <a:rPr sz="2000" dirty="0" err="1">
                <a:latin typeface="Calibri"/>
              </a:rPr>
              <a:t>Colab</a:t>
            </a:r>
            <a:r>
              <a:rPr sz="2000" dirty="0">
                <a:latin typeface="Calibri"/>
              </a:rPr>
              <a:t> workflows &amp; GitHub version control</a:t>
            </a:r>
          </a:p>
          <a:p>
            <a:pPr lvl="1"/>
            <a:r>
              <a:rPr sz="2000" dirty="0">
                <a:latin typeface="Calibri"/>
              </a:rPr>
              <a:t>Building foundational technical skills for future AI &amp; Data roles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99090"/>
            <a:ext cx="6347713" cy="1320800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29407"/>
            <a:ext cx="6347714" cy="4611957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practical AI applications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Python fundamentals for data work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full ML workflow experience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professional portfolio suitable for employers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Skills Gained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60634"/>
            <a:ext cx="6347714" cy="4380729"/>
          </a:xfrm>
        </p:spPr>
        <p:txBody>
          <a:bodyPr/>
          <a:lstStyle/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fundamentals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cleaning, and transformation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EDA, visualization, and statistical interpretation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Training, evaluating, and explaining ML models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Documenting and presenting technical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70000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Python modules covering core competencies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tutorials using real datasets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Multi-phase ML project: Student Performance Prediction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presentation + GitHub portfolio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 File I/O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24614"/>
            <a:ext cx="6347714" cy="4416749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file structures and paths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and writing using Python open(), read(), write()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exceptions and missing files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use: importing datasets and generating output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Module: Strings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38184"/>
            <a:ext cx="6347714" cy="4603180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>
                <a:latin typeface="Calibri"/>
              </a:rPr>
              <a:t>String slicing, indexing, transformation</a:t>
            </a:r>
          </a:p>
          <a:p>
            <a:pPr lvl="1"/>
            <a:r>
              <a:rPr sz="2000" dirty="0">
                <a:latin typeface="Calibri"/>
              </a:rPr>
              <a:t>Cleaning raw text for preprocessing</a:t>
            </a:r>
          </a:p>
          <a:p>
            <a:pPr lvl="1"/>
            <a:r>
              <a:rPr sz="2000" dirty="0">
                <a:latin typeface="Calibri"/>
              </a:rPr>
              <a:t>Using split(), join(), replace() in data cleaning</a:t>
            </a:r>
          </a:p>
          <a:p>
            <a:pPr lvl="1"/>
            <a:r>
              <a:rPr sz="2000" dirty="0">
                <a:latin typeface="Calibri"/>
              </a:rPr>
              <a:t>Foundation for NLP and data validation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 Async (Deep Dive)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05017"/>
            <a:ext cx="6347714" cy="4736347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functions and concurrency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loops and async/await syntax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async improves efficiency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example: making multiple API calls rapidly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816637"/>
            <a:ext cx="6347713" cy="1320800"/>
          </a:xfrm>
        </p:spPr>
        <p:txBody>
          <a:bodyPr>
            <a:normAutofit/>
          </a:bodyPr>
          <a:lstStyle/>
          <a:p>
            <a:pPr algn="ctr"/>
            <a:r>
              <a:rPr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Module: HTTP/HTTPS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62470"/>
            <a:ext cx="6347714" cy="4478893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>
                <a:latin typeface="Calibri"/>
              </a:rPr>
              <a:t>GET, POST requests and API endpoints</a:t>
            </a:r>
          </a:p>
          <a:p>
            <a:pPr lvl="1"/>
            <a:r>
              <a:rPr sz="2000" dirty="0">
                <a:latin typeface="Calibri"/>
              </a:rPr>
              <a:t>Fetching JSON data using requests library</a:t>
            </a:r>
          </a:p>
          <a:p>
            <a:pPr lvl="1"/>
            <a:r>
              <a:rPr sz="2000" dirty="0">
                <a:latin typeface="Calibri"/>
              </a:rPr>
              <a:t>Serialization and parsing API responses</a:t>
            </a:r>
          </a:p>
          <a:p>
            <a:pPr lvl="1"/>
            <a:r>
              <a:rPr sz="2000" dirty="0">
                <a:latin typeface="Calibri"/>
              </a:rPr>
              <a:t>Importance for AI systems communicating with external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>
                <a:latin typeface="Calibri"/>
              </a:rPr>
              <a:t>SQL fundamentals and reading/writing tables</a:t>
            </a:r>
          </a:p>
          <a:p>
            <a:pPr lvl="1"/>
            <a:r>
              <a:rPr sz="2000" dirty="0">
                <a:latin typeface="Calibri"/>
              </a:rPr>
              <a:t>Connecting Python to databases</a:t>
            </a:r>
          </a:p>
          <a:p>
            <a:pPr lvl="1"/>
            <a:r>
              <a:rPr sz="2000" dirty="0">
                <a:latin typeface="Calibri"/>
              </a:rPr>
              <a:t>Executing queries and fetching results</a:t>
            </a:r>
          </a:p>
          <a:p>
            <a:pPr lvl="1"/>
            <a:r>
              <a:rPr sz="2000" dirty="0">
                <a:latin typeface="Calibri"/>
              </a:rPr>
              <a:t>Relevance: storing cleaned datasets, loading training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 NumPy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62470"/>
            <a:ext cx="6347714" cy="4478893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>
                <a:latin typeface="Calibri"/>
              </a:rPr>
              <a:t>Working with </a:t>
            </a:r>
            <a:r>
              <a:rPr sz="2000" dirty="0" err="1">
                <a:latin typeface="Calibri"/>
              </a:rPr>
              <a:t>ndarrays</a:t>
            </a:r>
            <a:r>
              <a:rPr sz="2000" dirty="0">
                <a:latin typeface="Calibri"/>
              </a:rPr>
              <a:t> and vectorized math</a:t>
            </a:r>
          </a:p>
          <a:p>
            <a:pPr lvl="1"/>
            <a:r>
              <a:rPr sz="2000" dirty="0">
                <a:latin typeface="Calibri"/>
              </a:rPr>
              <a:t>Broadcasting, slicing, reshaping</a:t>
            </a:r>
          </a:p>
          <a:p>
            <a:pPr lvl="1"/>
            <a:r>
              <a:rPr sz="2000" dirty="0">
                <a:latin typeface="Calibri"/>
              </a:rPr>
              <a:t>Efficient numerical computation for ML</a:t>
            </a:r>
          </a:p>
          <a:p>
            <a:pPr lvl="1"/>
            <a:r>
              <a:rPr sz="2000" dirty="0">
                <a:latin typeface="Calibri"/>
              </a:rPr>
              <a:t>Foundation for building numerical pipelines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 Pandas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73694"/>
            <a:ext cx="6347714" cy="4567670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indexing, grouping, merging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data, converting types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techniques with describe(),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value_counts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heavily for pipeline + ML preprocessing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546" y="609600"/>
            <a:ext cx="6764338" cy="1320800"/>
          </a:xfrm>
        </p:spPr>
        <p:txBody>
          <a:bodyPr>
            <a:normAutofit/>
          </a:bodyPr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Project: Student Performance ML System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educational data prediction problem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predict student performance from multiple features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across 4 structured phases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Proposal → EDA → Modeling → Evaluation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Proposal (Week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71348"/>
            <a:ext cx="6347714" cy="4470015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>
                <a:latin typeface="Calibri"/>
              </a:rPr>
              <a:t>Identified prediction target (student score category)</a:t>
            </a:r>
          </a:p>
          <a:p>
            <a:pPr lvl="1"/>
            <a:r>
              <a:rPr sz="2000" dirty="0">
                <a:latin typeface="Calibri"/>
              </a:rPr>
              <a:t>Defined features: demographics, study habits, parental background</a:t>
            </a:r>
          </a:p>
          <a:p>
            <a:pPr lvl="1"/>
            <a:r>
              <a:rPr sz="2000" dirty="0">
                <a:latin typeface="Calibri"/>
              </a:rPr>
              <a:t>Selected ML approach using classification algorithms</a:t>
            </a:r>
          </a:p>
          <a:p>
            <a:pPr lvl="1"/>
            <a:r>
              <a:rPr sz="2000" dirty="0">
                <a:latin typeface="Calibri"/>
              </a:rPr>
              <a:t>Outlined tools, expected challenges, and goals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6" y="609600"/>
            <a:ext cx="6839337" cy="1320800"/>
          </a:xfrm>
        </p:spPr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Data Pipeline &amp; EDA (Weeks 4–6)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06858"/>
            <a:ext cx="6347714" cy="4434505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validated dataset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feature distributions and correlations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new features (bins, categorical encoding)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Visualized patterns using heatmaps, boxplots,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distplots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Modeling (Weeks 7–10)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baseline model (Logistic Regression)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using Random Forest and Gradient Boosting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performance metrics: accuracy, precision, recall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confusion matrix for performance interpretation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050834" cy="1320800"/>
          </a:xfrm>
        </p:spPr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4: Final Documentation (Weeks 11–13)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>
                <a:latin typeface="Calibri"/>
              </a:rPr>
              <a:t>Compiled full notebook with pipeline → EDA → modeling</a:t>
            </a:r>
          </a:p>
          <a:p>
            <a:pPr lvl="1"/>
            <a:r>
              <a:rPr sz="2000" dirty="0">
                <a:latin typeface="Calibri"/>
              </a:rPr>
              <a:t>Created PDF explanations and annotated notebooks</a:t>
            </a:r>
          </a:p>
          <a:p>
            <a:pPr lvl="1"/>
            <a:r>
              <a:rPr sz="2000" dirty="0">
                <a:latin typeface="Calibri"/>
              </a:rPr>
              <a:t>Prepared a professional portfolio presentation and GitHub repository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From ML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lvl="1"/>
            <a:r>
              <a:rPr lang="en-US" sz="2000" dirty="0">
                <a:latin typeface="Calibri"/>
              </a:rPr>
              <a:t>Identified most influential performance factors</a:t>
            </a:r>
          </a:p>
          <a:p>
            <a:pPr lvl="1"/>
            <a:r>
              <a:rPr lang="en-US" sz="2000" dirty="0">
                <a:latin typeface="Calibri"/>
              </a:rPr>
              <a:t>Observed class imbalance and handled preprocessing needs</a:t>
            </a:r>
          </a:p>
          <a:p>
            <a:pPr lvl="1"/>
            <a:r>
              <a:rPr lang="en-US" sz="2000" dirty="0">
                <a:latin typeface="Calibri"/>
              </a:rPr>
              <a:t>Learned importance of evaluation metrics beyond accuracy</a:t>
            </a:r>
          </a:p>
          <a:p>
            <a:pPr lvl="1"/>
            <a:r>
              <a:rPr lang="en-US" sz="2000" dirty="0">
                <a:latin typeface="Calibri"/>
              </a:rPr>
              <a:t>Gained experience interpreting model results for real-world use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83268"/>
            <a:ext cx="6347714" cy="4458096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(core language)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NumPy, Pandas, Matplotlib, Seaborn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for ML algorithms and pipelines</a:t>
            </a:r>
          </a:p>
          <a:p>
            <a:pPr lvl="1"/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cloud-based notebook execution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for version control and professional portfolio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371600"/>
            <a:ext cx="7069495" cy="4669763"/>
          </a:xfrm>
        </p:spPr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github.com/joelleyarro03/AI-Applications-Portfolio-</a:t>
            </a:r>
          </a:p>
          <a:p>
            <a:pPr lvl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https://github.com/joelleyarro03/AI-Applications-Portfolio-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27E9C-EE38-7626-A572-81EF672A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3A5AE-4868-A357-C5AD-0B206C895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References:</a:t>
            </a:r>
          </a:p>
          <a:p>
            <a:pPr algn="l"/>
            <a:r>
              <a:rPr lang="en-US" b="1" i="0" dirty="0">
                <a:effectLst/>
                <a:latin typeface="Lato Extended"/>
              </a:rPr>
              <a:t> References</a:t>
            </a:r>
            <a:endParaRPr lang="en-US" b="0" i="0" dirty="0">
              <a:effectLst/>
              <a:latin typeface="Lato Extended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Lato Extended"/>
              </a:rPr>
              <a:t>Course Material: </a:t>
            </a:r>
            <a:r>
              <a:rPr lang="en-US" b="0" i="1" dirty="0">
                <a:effectLst/>
                <a:latin typeface="Lato Extended"/>
              </a:rPr>
              <a:t>Module 01 – Introduction to Generative AI</a:t>
            </a:r>
            <a:r>
              <a:rPr lang="en-US" b="0" i="0" dirty="0">
                <a:effectLst/>
                <a:latin typeface="Lato Extended"/>
              </a:rPr>
              <a:t>, Capstone – Python for Generative AI.</a:t>
            </a:r>
            <a:br>
              <a:rPr lang="en-US" b="0" i="0" dirty="0">
                <a:effectLst/>
                <a:latin typeface="Lato Extended"/>
              </a:rPr>
            </a:br>
            <a:br>
              <a:rPr lang="en-US" b="0" i="0" dirty="0">
                <a:effectLst/>
                <a:latin typeface="Lato Extended"/>
              </a:rPr>
            </a:br>
            <a:endParaRPr lang="en-US" b="0" i="0" dirty="0">
              <a:effectLst/>
              <a:latin typeface="Lato Extended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Lato Extended"/>
              </a:rPr>
              <a:t>Brynjolfsson, Erik, and Andrew McAfee. </a:t>
            </a:r>
            <a:r>
              <a:rPr lang="en-US" b="0" i="1" dirty="0">
                <a:effectLst/>
                <a:latin typeface="Lato Extended"/>
              </a:rPr>
              <a:t>Machine, Platform, Crowd: Harnessing Our Digital Future</a:t>
            </a:r>
            <a:r>
              <a:rPr lang="en-US" b="0" i="0" dirty="0">
                <a:effectLst/>
                <a:latin typeface="Lato Extended"/>
              </a:rPr>
              <a:t>. Norton &amp; Company, 2017.</a:t>
            </a:r>
            <a:br>
              <a:rPr lang="en-US" b="0" i="0" dirty="0">
                <a:effectLst/>
                <a:latin typeface="Lato Extended"/>
              </a:rPr>
            </a:br>
            <a:r>
              <a:rPr lang="en-US" b="0" i="0" dirty="0">
                <a:effectLst/>
                <a:latin typeface="Lato Extended"/>
              </a:rPr>
              <a:t>Russell, Stuart, and Peter Norvig. </a:t>
            </a:r>
            <a:r>
              <a:rPr lang="en-US" b="0" i="1" dirty="0">
                <a:effectLst/>
                <a:latin typeface="inherit"/>
              </a:rPr>
              <a:t>Artificial Intelligence: A Modern Approach</a:t>
            </a:r>
            <a:r>
              <a:rPr lang="en-US" b="0" i="0" dirty="0">
                <a:effectLst/>
                <a:latin typeface="Lato Extended"/>
              </a:rPr>
              <a:t>. 4th ed., Pearson, 2020.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7327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FFFFFF"/>
      </a:dk1>
      <a:lt1>
        <a:sysClr val="window" lastClr="202020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20202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</TotalTime>
  <Words>717</Words>
  <Application>Microsoft Office PowerPoint</Application>
  <PresentationFormat>On-screen Show (4:3)</PresentationFormat>
  <Paragraphs>125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Calibri</vt:lpstr>
      <vt:lpstr>inherit</vt:lpstr>
      <vt:lpstr>Lato Extended</vt:lpstr>
      <vt:lpstr>Times New Roman</vt:lpstr>
      <vt:lpstr>Trebuchet MS</vt:lpstr>
      <vt:lpstr>Wingdings 3</vt:lpstr>
      <vt:lpstr>Facet</vt:lpstr>
      <vt:lpstr>AI Applications Portfolio Assignment</vt:lpstr>
      <vt:lpstr>About Me</vt:lpstr>
      <vt:lpstr>Course Purpose</vt:lpstr>
      <vt:lpstr>Overview of Skills Gained</vt:lpstr>
      <vt:lpstr>Assignments Overview</vt:lpstr>
      <vt:lpstr>Module: File I/O </vt:lpstr>
      <vt:lpstr>Module: Strings </vt:lpstr>
      <vt:lpstr>Module: Async (Deep Dive)</vt:lpstr>
      <vt:lpstr>Module: HTTP/HTTPS </vt:lpstr>
      <vt:lpstr>Module: Database</vt:lpstr>
      <vt:lpstr>Module: NumPy </vt:lpstr>
      <vt:lpstr>Module: Pandas </vt:lpstr>
      <vt:lpstr>Major Project: Student Performance ML System (Overview)</vt:lpstr>
      <vt:lpstr>Phase 1: Proposal (Week 3)</vt:lpstr>
      <vt:lpstr>Phase 2: Data Pipeline &amp; EDA (Weeks 4–6)</vt:lpstr>
      <vt:lpstr>Phase 3: Modeling (Weeks 7–10)</vt:lpstr>
      <vt:lpstr>Phase 4: Final Documentation (Weeks 11–13)</vt:lpstr>
      <vt:lpstr>Key Insights From ML Project</vt:lpstr>
      <vt:lpstr>Tools &amp; Technologies Used</vt:lpstr>
      <vt:lpstr>Contact: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willianeyarro</dc:creator>
  <cp:keywords/>
  <dc:description>generated using python-pptx</dc:description>
  <cp:lastModifiedBy>williane Yarro</cp:lastModifiedBy>
  <cp:revision>2</cp:revision>
  <dcterms:created xsi:type="dcterms:W3CDTF">2013-01-27T09:14:16Z</dcterms:created>
  <dcterms:modified xsi:type="dcterms:W3CDTF">2025-12-02T04:32:43Z</dcterms:modified>
  <cp:category/>
</cp:coreProperties>
</file>